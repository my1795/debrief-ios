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EEAD4"/>
                </a:solidFill>
              </a:defRPr>
            </a:pPr>
            <a:r>
              <a:t>"Never forget what matters from any call"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CA3AF"/>
                </a:solidFill>
              </a:defRPr>
            </a:pPr>
            <a:r>
              <a:t>Post-Call Personal Memory Assistant for 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EEAD4"/>
                </a:solidFill>
              </a:defRPr>
            </a:pPr>
            <a:r>
              <a:t>Every Day, $37B Worth of Human Memory is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Professionals make 8-12 business calls daily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50% of call details forgotten within 10 minutes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90% forgotten within 24 hours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"I'll take notes later" -&gt; Never happens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Result: Weak follow-ups, lost opportunities, damaged relationships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EEAD4"/>
                </a:solidFill>
              </a:defRPr>
            </a:pPr>
            <a:r>
              <a:t>Debrief: Automatic Memory Assistant When Calls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Call Ends -&gt; Notification Appears -&gt; Record Voice Memo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AI generates: Summary + Action Items + Person-linked Memory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HOW IT WORKS: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1. Phone call ends (0 sec)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2. Notification: 'Record debrief?' (2 sec)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3. User records voice memo (30 sec)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4. AI processes transcript + summary (60 sec)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5. Context available before next call (forever)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PRIVACY-FIRST: No call recording. Only post-call voice memos.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Product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CORE FEATURES: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CallKit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Auto-trigger when calls end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Voice-First Input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Zero typing, just speak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AI Processing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Whisper + GPT-4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Person-Centric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Memory linked to contacts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KEY SCREENS: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Debriefs List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All past conversations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Recording Flow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Auto-start, contact select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Detail View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Summary, actions, audio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Semantic Search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'Budget discussions'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2560320" cy="1828800"/>
          </a:xfrm>
          <a:prstGeom prst="round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EEAD4"/>
                </a:solidFill>
              </a:defRPr>
            </a:pPr>
            <a:r>
              <a:t>$21B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286000"/>
            <a:ext cx="2560320" cy="1828800"/>
          </a:xfrm>
          <a:prstGeom prst="round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4688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EEAD4"/>
                </a:solidFill>
              </a:defRPr>
            </a:pPr>
            <a:r>
              <a:t>$3.8B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3832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286000"/>
            <a:ext cx="2560320" cy="1828800"/>
          </a:xfrm>
          <a:prstGeom prst="round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4688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EEAD4"/>
                </a:solidFill>
              </a:defRPr>
            </a:pPr>
            <a:r>
              <a:t>$380M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3832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AI Transcription: $4.5B -&gt; $19.2B (2024-2034, CAGR 15.6%)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Speech-to-Text API: $5B -&gt; $21B (2024-2034, CAGR 15.2%)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AI Meeting Assistant: $3.86B -&gt; $29.45B (2025-2034, CAGR 25.62%)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COMPETITORS: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Otter.ai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Web/Mobile, Manual trigger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Records actual calls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Fireflies.ai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Web, Calendar bot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Enterprise focus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Fathom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Web, Meeting bot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Zoom teams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DEBRIEF DIFFERENCE: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Call-Triggered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Not manual, not bot-based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Phone Calls Focus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Not meetings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Privacy-First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NO call recording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Mobile-Native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iOS optimized experience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Zero Friction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30 seconds, voice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SUBSCRIPTION TIERS: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FREE ($0/month)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-&gt; 50 debriefs/week, 30 min/week, 500MB storage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PERSONAL ($9.99/month)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-&gt; Unlimited debriefs, 150 min/week, Unlimited storage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PRO ($19.99/month)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-&gt; Unlimited everything, Priority AI, Advanced search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TARGET UNIT ECONOMICS: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-&gt; CAC: $15-25 | LTV: $150+ | LTV:CAC: 6:1+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Product-Led 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PLG FLYWHEEL: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1. User Activation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-&gt; Call ends, record debrief in &lt;30 seconds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2. Habit Formation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-&gt; Daily debrief routine, call-triggered engagement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3. Value Realization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-&gt; Better follow-ups, stronger relationships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4. Organic Expansion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-&gt; Share insights, hit quota, upgrade tier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AHA MOMENT: See first AI summary (&lt;2 minutes from call end)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iOS CLIENT: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SwiftUI + MVVM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Modern, maintainable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CallKit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Native call detection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AVFoundation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High-quality recording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Offline-First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Record anywhere, sync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BACKEND + AI: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Firebase / GCP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Firestore, Storage, Cloud Run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OpenAI Whisper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Transcription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GPT-4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Summary + Action Items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Vector Embeddings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Semantic Search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AES-256 E2E Encryption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Traction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COMPLETED: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[x] iOS MVP Complete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[x] CallKit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[x] AI Pipeline (Whisper + GPT-4)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[x] Billing System v2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[x] Semantic Search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[x] TestFlight Beta Live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[x] App Store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ROADMAP: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Q1 2026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iOS App Store Launch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Q2 2026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10K MAU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Q3 2026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Android Beta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Q4 2026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-&gt; 100K MAU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Ask: $1M Seed 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2560320" cy="1828800"/>
          </a:xfrm>
          <a:prstGeom prst="round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EEAD4"/>
                </a:solidFill>
              </a:defRPr>
            </a:pPr>
            <a:r>
              <a:t>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286000"/>
            <a:ext cx="2560320" cy="1828800"/>
          </a:xfrm>
          <a:prstGeom prst="round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4688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EEAD4"/>
                </a:solidFill>
              </a:defRPr>
            </a:pPr>
            <a: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3832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286000"/>
            <a:ext cx="2560320" cy="1828800"/>
          </a:xfrm>
          <a:prstGeom prst="round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4688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EEAD4"/>
                </a:solidFill>
              </a:defRPr>
            </a:pPr>
            <a: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3832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Engineering: iOS Dev, Backend, ML/AI Engineer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Growth: User Acquisition, Content Marketing, Community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Operations: Infrastructure, Legal, Runway</a:t>
            </a:r>
          </a:p>
          <a:p/>
          <a:p>
            <a:pPr>
              <a:defRPr sz="1600">
                <a:solidFill>
                  <a:srgbClr val="5EEAD4"/>
                </a:solidFill>
              </a:defRPr>
            </a:pPr>
            <a:r>
              <a:t>MILESTONES: App Store M1 | 10K MAU M6 | Android M9 | $1M ARR M18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EEAD4"/>
                </a:solidFill>
              </a:defRPr>
            </a:pPr>
            <a:r>
              <a:t>Perfect Market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1. AI TRANSCRIPTION COST DOWN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Whisper API: $0.006/min (2x cheaper than 2023)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2. MOBILE AI CAPABILITIES UP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On-device ML, faster processing, better UX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3. REMOTE WORK = MORE CALLS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Phone calls up 40% since 2020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4. MEETING FATIGUE -&gt; CALL PREFERENCE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Users prefer quick calls over scheduled meetings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5. PRIVACY AWARENESS UP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   Users want control, not surveillance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EEAD4"/>
                </a:solidFill>
              </a:defRPr>
            </a:pPr>
            <a:r>
              <a:t>Remember every call. Follow up better.</a:t>
            </a:r>
            <a:br/>
            <a:r>
              <a:t>Build stronger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5EEAD4"/>
                </a:solidFill>
              </a:defRPr>
            </a:pPr>
            <a:r>
              <a:t>  Call-Triggered (not meeting-bot)</a:t>
            </a:r>
          </a:p>
          <a:p>
            <a:pPr algn="ctr">
              <a:defRPr sz="1600">
                <a:solidFill>
                  <a:srgbClr val="5EEAD4"/>
                </a:solidFill>
              </a:defRPr>
            </a:pPr>
            <a:r>
              <a:t>  Privacy-First (no call recording)</a:t>
            </a:r>
          </a:p>
          <a:p>
            <a:pPr algn="ctr">
              <a:defRPr sz="1600">
                <a:solidFill>
                  <a:srgbClr val="5EEAD4"/>
                </a:solidFill>
              </a:defRPr>
            </a:pPr>
            <a:r>
              <a:t>  Mobile-Native (iOS optimized)</a:t>
            </a:r>
          </a:p>
          <a:p>
            <a:pPr algn="ctr">
              <a:defRPr sz="1600">
                <a:solidFill>
                  <a:srgbClr val="5EEAD4"/>
                </a:solidFill>
              </a:defRPr>
            </a:pPr>
            <a:r>
              <a:t>  AI-Powered (Whisper + GPT-4)</a:t>
            </a:r>
          </a:p>
          <a:p>
            <a:pPr algn="ctr">
              <a:defRPr sz="1600">
                <a:solidFill>
                  <a:srgbClr val="5EEAD4"/>
                </a:solidFill>
              </a:defRPr>
            </a:pPr>
            <a:r>
              <a:t>  PLG (self-service growth)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